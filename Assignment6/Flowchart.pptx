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7E119-1BB3-66A8-5CF8-E434FCB67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920A28-3DCB-077F-9D0D-AE6034DE4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952DA-1E29-7696-BF02-496CDD410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FEC7-9375-4F5A-80AE-3EA05E88AA11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FCB0C-DE3F-2C71-3385-FBE24CE59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65454-1092-63DA-3C09-9482CA960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96ED-13FC-4E3B-BF19-90C32943C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776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95C8F-0DB9-6627-000F-E9019C3F4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FA699-5A64-1867-5E6A-36F34D7E1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E3199-8C40-0ED5-151B-C0BBB5F0F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FEC7-9375-4F5A-80AE-3EA05E88AA11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AE8A2-954A-0C1F-E2BB-DDA23BBF0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453BB-B0B6-FA47-6AD8-2C59953B2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96ED-13FC-4E3B-BF19-90C32943C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00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5741-525E-FB14-2E15-F76DDBA16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EE440-5D9B-8556-5398-98C8A1456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839C6-631F-625B-A98E-1F1E6F103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FEC7-9375-4F5A-80AE-3EA05E88AA11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3B7EF-AEC3-C056-6257-916F024A2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EFA24-A70D-B95C-ECFF-FD69279B4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96ED-13FC-4E3B-BF19-90C32943C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67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36786-3F4C-5246-BAD7-48B0AF712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EECD9-F9C4-EFD5-485C-4A7D5CF64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8BD122-7920-5EA0-EB37-92D161255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BEE60-63A1-1F93-740F-67DAA20B1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FEC7-9375-4F5A-80AE-3EA05E88AA11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31C7C-8D26-898D-1EAD-4357E789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87690-03C0-FD6B-CCA9-A67D94709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96ED-13FC-4E3B-BF19-90C32943C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1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86F2E-AD7B-24AF-2717-BE506AC9B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2191B-9530-8AEC-818D-125EDCE70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07E017-B3A1-A09D-AFCA-690895ABA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E52D3-AD03-3803-62D3-150919620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A9808B-C145-3675-F2F6-AABB4CE44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B027C5-8555-3D97-504A-EB39054F8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FEC7-9375-4F5A-80AE-3EA05E88AA11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BCE129-3D12-818D-5909-9A8933823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9BE651-480C-C3E6-2947-0417352D5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96ED-13FC-4E3B-BF19-90C32943C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79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26F4D-E5C2-8C04-BCEA-7DFB6B8D9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94B1E1-53D9-6254-4F83-57B1B7339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FEC7-9375-4F5A-80AE-3EA05E88AA11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B3AA4-280B-E93E-D6F2-240768CEF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D9ED08-C568-D148-90D3-3FCC02D03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96ED-13FC-4E3B-BF19-90C32943C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750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96620-C060-564A-5F72-C2893AAB4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FEC7-9375-4F5A-80AE-3EA05E88AA11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4C8E1F-9939-4691-16D1-289AE8AE6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62EE1-3715-CD58-A272-D3E6178E1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96ED-13FC-4E3B-BF19-90C32943C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16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49176-E420-EB0C-5A20-021D9BBA6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13FD1-914E-41D3-B8A8-DD42CBE15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9D5F72-5A11-A358-8894-EE4A32FE1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C8BC6-EB3C-7FA4-C998-6C977950E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FEC7-9375-4F5A-80AE-3EA05E88AA11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AF8D0-B2D9-AE1B-5B06-07997E734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C4E01-4F0C-CCB8-3183-8708B6A25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96ED-13FC-4E3B-BF19-90C32943C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76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0B753-CCA1-8E25-AE58-38FFC1491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D8556-202E-3BA1-99B0-F70E9B6C71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A4D735-1AF0-55A7-2C56-932AF9A6E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96995-B47C-73C7-F107-E5D765869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FEC7-9375-4F5A-80AE-3EA05E88AA11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87216-CE8E-750E-CC24-3D7AD97CA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66560-95E1-2557-1A9E-3663AD5DB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96ED-13FC-4E3B-BF19-90C32943C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91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464AD-0752-FC53-F415-9D707DF5E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65BDE-747F-801F-88B9-21B2E4732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F38F6-2B04-E33A-999A-042836DB5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FEC7-9375-4F5A-80AE-3EA05E88AA11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90912-F092-4E41-1643-AC2F8C897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5B355-7B6B-D8C8-5CC5-CF18186C6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96ED-13FC-4E3B-BF19-90C32943C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47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0E218A-341E-55D9-5823-D2209CD661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63DF7F-96C3-4FEF-D302-E595BBE8A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84712-5F08-B6E2-03FA-77F209E81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FEC7-9375-4F5A-80AE-3EA05E88AA11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DD1C9-5A38-962A-4C59-D250714E1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1AEE2-EAE7-208F-6744-42AF60F5D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96ED-13FC-4E3B-BF19-90C32943C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79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65E629-1A26-D624-9F43-FDB276150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3611A-6C5E-3646-F935-214305E54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06A75-C6F4-2E7B-CEC5-7E1A530A5C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BFEC7-9375-4F5A-80AE-3EA05E88AA11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DF763-77B0-4002-FC80-5CF79F039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29966-AE56-FE68-E6A6-31EFB9C341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E96ED-13FC-4E3B-BF19-90C32943C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77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82E2C4E-C25C-1832-1287-788294E575F6}"/>
              </a:ext>
            </a:extLst>
          </p:cNvPr>
          <p:cNvSpPr/>
          <p:nvPr/>
        </p:nvSpPr>
        <p:spPr>
          <a:xfrm>
            <a:off x="606829" y="3133898"/>
            <a:ext cx="731520" cy="4488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F9D863-7724-FD1C-6459-D24ACCA9F67F}"/>
              </a:ext>
            </a:extLst>
          </p:cNvPr>
          <p:cNvSpPr/>
          <p:nvPr/>
        </p:nvSpPr>
        <p:spPr>
          <a:xfrm>
            <a:off x="1729047" y="3133898"/>
            <a:ext cx="1039091" cy="448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userResponse</a:t>
            </a:r>
            <a:r>
              <a:rPr lang="en-US" sz="900" dirty="0"/>
              <a:t>=“”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80849F86-ED18-7292-3378-1651EF0E0DE8}"/>
              </a:ext>
            </a:extLst>
          </p:cNvPr>
          <p:cNvSpPr/>
          <p:nvPr/>
        </p:nvSpPr>
        <p:spPr>
          <a:xfrm>
            <a:off x="3283528" y="3050770"/>
            <a:ext cx="2568632" cy="615142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userResponse</a:t>
            </a:r>
            <a:r>
              <a:rPr lang="en-US" sz="1000" dirty="0"/>
              <a:t>=“YES” and length of list is greater than 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84F88C-7F53-10BB-8234-B9DA141C8618}"/>
              </a:ext>
            </a:extLst>
          </p:cNvPr>
          <p:cNvSpPr/>
          <p:nvPr/>
        </p:nvSpPr>
        <p:spPr>
          <a:xfrm>
            <a:off x="4048298" y="1341119"/>
            <a:ext cx="1039091" cy="448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Remove 6</a:t>
            </a:r>
            <a:r>
              <a:rPr lang="en-US" sz="900" baseline="30000" dirty="0"/>
              <a:t>th</a:t>
            </a:r>
            <a:r>
              <a:rPr lang="en-US" sz="900" dirty="0"/>
              <a:t> element in list: </a:t>
            </a:r>
            <a:r>
              <a:rPr lang="en-US" sz="900" dirty="0" err="1"/>
              <a:t>list.pop</a:t>
            </a:r>
            <a:r>
              <a:rPr lang="en-US" sz="900" dirty="0"/>
              <a:t>(6)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E57FF1-DBD6-DC71-8FD9-D0537C137754}"/>
              </a:ext>
            </a:extLst>
          </p:cNvPr>
          <p:cNvSpPr/>
          <p:nvPr/>
        </p:nvSpPr>
        <p:spPr>
          <a:xfrm>
            <a:off x="4048298" y="4926676"/>
            <a:ext cx="1039091" cy="448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Break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810FD53-DC1D-2F42-74DE-09EDD565C900}"/>
              </a:ext>
            </a:extLst>
          </p:cNvPr>
          <p:cNvCxnSpPr>
            <a:cxnSpLocks/>
            <a:stCxn id="4" idx="6"/>
            <a:endCxn id="7" idx="1"/>
          </p:cNvCxnSpPr>
          <p:nvPr/>
        </p:nvCxnSpPr>
        <p:spPr>
          <a:xfrm>
            <a:off x="1338349" y="3358342"/>
            <a:ext cx="3906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4FBAD30-79B7-47B6-CEBD-703884054880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2768138" y="3358341"/>
            <a:ext cx="51539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879C356-C797-4B51-011B-4611D23A0BB4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4567844" y="3665912"/>
            <a:ext cx="0" cy="1260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3D3F62B-1DA2-CCCF-AE19-9D321976DB34}"/>
              </a:ext>
            </a:extLst>
          </p:cNvPr>
          <p:cNvCxnSpPr>
            <a:cxnSpLocks/>
            <a:stCxn id="8" idx="0"/>
            <a:endCxn id="9" idx="2"/>
          </p:cNvCxnSpPr>
          <p:nvPr/>
        </p:nvCxnSpPr>
        <p:spPr>
          <a:xfrm flipV="1">
            <a:off x="4567844" y="1790006"/>
            <a:ext cx="0" cy="1260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1637212-EAED-ADAA-F1AA-01ECB341111A}"/>
              </a:ext>
            </a:extLst>
          </p:cNvPr>
          <p:cNvSpPr txBox="1"/>
          <p:nvPr/>
        </p:nvSpPr>
        <p:spPr>
          <a:xfrm>
            <a:off x="3898668" y="2405148"/>
            <a:ext cx="83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B460A1-ABBE-8A81-640E-F99DB3DA70A5}"/>
              </a:ext>
            </a:extLst>
          </p:cNvPr>
          <p:cNvSpPr txBox="1"/>
          <p:nvPr/>
        </p:nvSpPr>
        <p:spPr>
          <a:xfrm>
            <a:off x="3898668" y="4249773"/>
            <a:ext cx="735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969115C8-479C-54B4-ECD7-1CB8801009DD}"/>
              </a:ext>
            </a:extLst>
          </p:cNvPr>
          <p:cNvCxnSpPr>
            <a:cxnSpLocks/>
            <a:stCxn id="9" idx="1"/>
            <a:endCxn id="7" idx="0"/>
          </p:cNvCxnSpPr>
          <p:nvPr/>
        </p:nvCxnSpPr>
        <p:spPr>
          <a:xfrm rot="10800000" flipV="1">
            <a:off x="2248594" y="1565562"/>
            <a:ext cx="1799705" cy="15683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984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Maan Jadeja</dc:creator>
  <cp:lastModifiedBy>Maan Jadeja</cp:lastModifiedBy>
  <cp:revision>1</cp:revision>
  <dcterms:created xsi:type="dcterms:W3CDTF">2023-10-21T00:31:42Z</dcterms:created>
  <dcterms:modified xsi:type="dcterms:W3CDTF">2023-10-21T00:40:12Z</dcterms:modified>
</cp:coreProperties>
</file>