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91" d="100"/>
          <a:sy n="91" d="100"/>
        </p:scale>
        <p:origin x="-692" y="-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93D07-BEF3-F693-D16E-02414E27B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C9417-EEB4-2BEC-9E15-C2667C83A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B9F94-20EA-136D-02E7-72A07592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4B0B-B14D-416A-B00E-CF027D3F363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DAE83-F09C-E945-1D35-3B671960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03A68-FFBB-66CC-660C-B15AAD39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B10C-D503-40B1-9AA6-CCA989F8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100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45B7A-3305-C71D-CDCB-39D2ED6D2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55D4F-0156-BFB5-2E98-FE20613BC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B9786-6CFC-16B9-02BF-90C7F38BE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4B0B-B14D-416A-B00E-CF027D3F363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802D0-051E-26BF-1E33-2C5F19B89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0AA5C-E39A-9851-A435-427FAC0EA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B10C-D503-40B1-9AA6-CCA989F8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42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DB79-37CF-3FBF-29D1-AC8494E2C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C726B-46FE-A75B-C1FF-27741DA4C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589E6-F3F9-A47E-155D-BA5EB30E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4B0B-B14D-416A-B00E-CF027D3F363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C9911-9798-98A0-3FD5-7D041DDF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02D1E-D9B2-4BB8-BD75-3EE0552A2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B10C-D503-40B1-9AA6-CCA989F8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25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50E44-0A4B-D351-9350-D1918C55A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FA8B5-29CB-E167-F9B8-50E5E142FC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0870F-F728-A76A-F398-88A2D5E2A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C6644-CB58-BE07-11B6-13700BADC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4B0B-B14D-416A-B00E-CF027D3F363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1EF55-F623-C642-ECE8-D7F5CBC1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ACC54-FFFC-E963-3069-40C85AF2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B10C-D503-40B1-9AA6-CCA989F8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6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A7519-D460-FBB5-2DF9-64D63852F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476BE-87C7-D3CC-9BAE-4F0BC6704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D24EA-B72D-71C0-7AF1-021EEE6AD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1D76B-BC13-AD07-AF85-7F4245019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B0FEB2-A32C-7E43-E0A0-D6E8969BC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6C270F-E840-2B2E-FEBF-6F6B6D6E7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4B0B-B14D-416A-B00E-CF027D3F363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5416A-4234-A3B0-661F-FA2CE594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71A983-0BC4-6FA7-FF6F-A1094777E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B10C-D503-40B1-9AA6-CCA989F8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56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C3BBE-26FA-E081-8B23-4B1994411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413C62-0A62-21C4-6CD3-A160FF069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4B0B-B14D-416A-B00E-CF027D3F363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2608EB-2539-D7EB-2916-DA18C05B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B66EC0-CB08-5BA1-5335-894AEEEC9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B10C-D503-40B1-9AA6-CCA989F8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48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48A97-3B74-6BCB-20FD-1D53BA027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4B0B-B14D-416A-B00E-CF027D3F363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B9035C-79BB-648E-F584-611D9248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40DEE-313D-13C3-0FC9-09D0D2324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B10C-D503-40B1-9AA6-CCA989F8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05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DCCDD-0299-A36B-494A-667349B0F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628EE-50D2-7CFC-A328-762555F05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B4F1D-962B-7CF4-CC97-9CFFFFEC5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05947-662E-E243-8A57-A7A9CACD2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4B0B-B14D-416A-B00E-CF027D3F363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AC7AA-C9C6-33BE-7D6E-43DC92BE5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61F6C-F97E-5961-42BA-30FB45285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B10C-D503-40B1-9AA6-CCA989F8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07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8A7F-7C82-5812-3873-C05F5261F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5DA42C-56EE-8AD0-D5B3-37CDD8785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CCA4F-774A-D6CB-FB69-B18BC8B6A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A10DF-F776-9B85-1F8B-0F250925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4B0B-B14D-416A-B00E-CF027D3F363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020E3-EFD5-7CA8-FA4C-0AF7AA00A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F9522-2CF5-4BA6-8925-D971A20F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B10C-D503-40B1-9AA6-CCA989F8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54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67C5-5D0B-4743-C1B0-749790D14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37CF3-92B3-3F8B-99C5-96D083BD3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44E5C-6F43-0B4D-2CE2-A12109824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4B0B-B14D-416A-B00E-CF027D3F363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18F2D-9244-024B-7211-8CB901855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30B52-AE4C-183C-256B-88BD3BA6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B10C-D503-40B1-9AA6-CCA989F8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54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EB97C2-B5CA-CCB4-95A4-07EDDB639B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0C3DF-5229-39F2-0D9B-1F60B19AB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F786C-374A-68E2-474A-16366C692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4B0B-B14D-416A-B00E-CF027D3F363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34D20-5DE5-3C1B-CB8B-03626291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AA35B-0C71-ED5A-3A63-959AF3B51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8B10C-D503-40B1-9AA6-CCA989F8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0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CBCD3-6126-53F6-0A2E-E310CE0E5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F1FAC-6A8E-5A78-0CA4-CB331C748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543C8-9AFB-8913-3E9C-717272FE2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74B0B-B14D-416A-B00E-CF027D3F3637}" type="datetimeFigureOut">
              <a:rPr lang="en-US" smtClean="0"/>
              <a:t>10/12/2023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2E848-7E26-1C0A-87E5-4D2ABA9C2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B851A-6362-814B-EB99-2DD271C349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8B10C-D503-40B1-9AA6-CCA989F8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96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3EE40DC-5AFC-87D1-8062-6A1D9D3A937F}"/>
              </a:ext>
            </a:extLst>
          </p:cNvPr>
          <p:cNvSpPr/>
          <p:nvPr/>
        </p:nvSpPr>
        <p:spPr>
          <a:xfrm>
            <a:off x="382385" y="3291840"/>
            <a:ext cx="748146" cy="4239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E5E6BA-C947-8B83-5F04-270D8773BE45}"/>
              </a:ext>
            </a:extLst>
          </p:cNvPr>
          <p:cNvSpPr/>
          <p:nvPr/>
        </p:nvSpPr>
        <p:spPr>
          <a:xfrm>
            <a:off x="1396538" y="3291840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err="1"/>
              <a:t>PatternCounter</a:t>
            </a:r>
            <a:r>
              <a:rPr lang="en-US" sz="600" dirty="0"/>
              <a:t>=0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77614-75F8-7751-F944-8DC3D2FB9D5C}"/>
              </a:ext>
            </a:extLst>
          </p:cNvPr>
          <p:cNvSpPr/>
          <p:nvPr/>
        </p:nvSpPr>
        <p:spPr>
          <a:xfrm>
            <a:off x="2577474" y="1064029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n=0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183DC68D-344F-BA10-7842-089935DC8D89}"/>
              </a:ext>
            </a:extLst>
          </p:cNvPr>
          <p:cNvSpPr/>
          <p:nvPr/>
        </p:nvSpPr>
        <p:spPr>
          <a:xfrm>
            <a:off x="3684650" y="1064028"/>
            <a:ext cx="667657" cy="42395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" dirty="0"/>
              <a:t>n%2==1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32FA97-6684-BB1D-B1D0-60F95CDDBB1C}"/>
              </a:ext>
            </a:extLst>
          </p:cNvPr>
          <p:cNvSpPr/>
          <p:nvPr/>
        </p:nvSpPr>
        <p:spPr>
          <a:xfrm>
            <a:off x="3644405" y="127462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Insert moss in range height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9EFA61-97BB-2C14-EBDF-1A1363A14C5E}"/>
              </a:ext>
            </a:extLst>
          </p:cNvPr>
          <p:cNvSpPr/>
          <p:nvPr/>
        </p:nvSpPr>
        <p:spPr>
          <a:xfrm>
            <a:off x="3644405" y="1850968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Insert black in range height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DB8095-7A1B-0B99-F67E-7D947D01BED3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H="1" flipV="1">
            <a:off x="4018478" y="551411"/>
            <a:ext cx="1" cy="512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EA7694-B8D6-068C-3A31-6AC0279FB91F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4018478" y="1487978"/>
            <a:ext cx="1" cy="362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79D86A-A374-3E04-0EE6-32BB0087C2FD}"/>
              </a:ext>
            </a:extLst>
          </p:cNvPr>
          <p:cNvSpPr txBox="1"/>
          <p:nvPr/>
        </p:nvSpPr>
        <p:spPr>
          <a:xfrm>
            <a:off x="3527253" y="662832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3717EC-A00C-B5CB-1B3E-89E361975345}"/>
              </a:ext>
            </a:extLst>
          </p:cNvPr>
          <p:cNvSpPr txBox="1"/>
          <p:nvPr/>
        </p:nvSpPr>
        <p:spPr>
          <a:xfrm>
            <a:off x="3527253" y="148163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2A7166-D2B8-2E8C-5517-555D1D7C9754}"/>
              </a:ext>
            </a:extLst>
          </p:cNvPr>
          <p:cNvSpPr/>
          <p:nvPr/>
        </p:nvSpPr>
        <p:spPr>
          <a:xfrm>
            <a:off x="4711336" y="127461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Increment n by 1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B54E31C0-D1E9-02BD-0EB3-522DBD74BE6B}"/>
              </a:ext>
            </a:extLst>
          </p:cNvPr>
          <p:cNvSpPr/>
          <p:nvPr/>
        </p:nvSpPr>
        <p:spPr>
          <a:xfrm>
            <a:off x="5803735" y="127461"/>
            <a:ext cx="928785" cy="42395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n&lt;6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973CA7-7F5A-11CD-8163-0D64D1E77351}"/>
              </a:ext>
            </a:extLst>
          </p:cNvPr>
          <p:cNvSpPr/>
          <p:nvPr/>
        </p:nvSpPr>
        <p:spPr>
          <a:xfrm>
            <a:off x="4711336" y="1850968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Increment n by 1</a:t>
            </a: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76EEDD3C-88DA-9A66-B5FD-9F5FC8FBBFF5}"/>
              </a:ext>
            </a:extLst>
          </p:cNvPr>
          <p:cNvSpPr/>
          <p:nvPr/>
        </p:nvSpPr>
        <p:spPr>
          <a:xfrm>
            <a:off x="5803735" y="1850967"/>
            <a:ext cx="762922" cy="42395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n&lt;6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3DE4AC-B864-CA17-8D6A-6C2BE070BC48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 flipV="1">
            <a:off x="4392551" y="339436"/>
            <a:ext cx="31878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C56CA3E-D7DB-7A78-01B6-763913D32CAE}"/>
              </a:ext>
            </a:extLst>
          </p:cNvPr>
          <p:cNvCxnSpPr>
            <a:cxnSpLocks/>
            <a:stCxn id="9" idx="3"/>
            <a:endCxn id="20" idx="1"/>
          </p:cNvCxnSpPr>
          <p:nvPr/>
        </p:nvCxnSpPr>
        <p:spPr>
          <a:xfrm>
            <a:off x="4392551" y="2062943"/>
            <a:ext cx="3187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F63C56-018D-2733-EAB1-3BB8392B37FA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5459482" y="339436"/>
            <a:ext cx="344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F44C648-DAF3-E07A-B19D-083CD258A224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5459482" y="2062942"/>
            <a:ext cx="34425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3D2929D6-F3D3-180D-E7A7-BA070835EEB3}"/>
              </a:ext>
            </a:extLst>
          </p:cNvPr>
          <p:cNvCxnSpPr>
            <a:cxnSpLocks/>
            <a:stCxn id="19" idx="2"/>
            <a:endCxn id="115" idx="3"/>
          </p:cNvCxnSpPr>
          <p:nvPr/>
        </p:nvCxnSpPr>
        <p:spPr>
          <a:xfrm rot="5400000">
            <a:off x="5505934" y="507467"/>
            <a:ext cx="718251" cy="8061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D4258EA2-EC2F-3EB5-A502-DA179B196251}"/>
              </a:ext>
            </a:extLst>
          </p:cNvPr>
          <p:cNvCxnSpPr>
            <a:cxnSpLocks/>
            <a:stCxn id="21" idx="0"/>
            <a:endCxn id="115" idx="3"/>
          </p:cNvCxnSpPr>
          <p:nvPr/>
        </p:nvCxnSpPr>
        <p:spPr>
          <a:xfrm rot="16200000" flipV="1">
            <a:off x="5532941" y="1198712"/>
            <a:ext cx="581305" cy="7232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D4BD99B-9EEE-66B4-1809-473E9C114F75}"/>
              </a:ext>
            </a:extLst>
          </p:cNvPr>
          <p:cNvSpPr txBox="1"/>
          <p:nvPr/>
        </p:nvSpPr>
        <p:spPr>
          <a:xfrm>
            <a:off x="5635651" y="658086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CCC26A-7938-15E5-82A3-3D1D59683586}"/>
              </a:ext>
            </a:extLst>
          </p:cNvPr>
          <p:cNvSpPr txBox="1"/>
          <p:nvPr/>
        </p:nvSpPr>
        <p:spPr>
          <a:xfrm>
            <a:off x="5661996" y="1407218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23F7C96-26A5-ED91-ED97-65CE10FBD1A7}"/>
              </a:ext>
            </a:extLst>
          </p:cNvPr>
          <p:cNvSpPr/>
          <p:nvPr/>
        </p:nvSpPr>
        <p:spPr>
          <a:xfrm>
            <a:off x="2577474" y="5294515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o=0</a:t>
            </a:r>
          </a:p>
        </p:txBody>
      </p:sp>
      <p:sp>
        <p:nvSpPr>
          <p:cNvPr id="94" name="Diamond 93">
            <a:extLst>
              <a:ext uri="{FF2B5EF4-FFF2-40B4-BE49-F238E27FC236}">
                <a16:creationId xmlns:a16="http://schemas.microsoft.com/office/drawing/2014/main" id="{6F18ECCD-20BC-7659-B49C-191845035C2F}"/>
              </a:ext>
            </a:extLst>
          </p:cNvPr>
          <p:cNvSpPr/>
          <p:nvPr/>
        </p:nvSpPr>
        <p:spPr>
          <a:xfrm>
            <a:off x="6963389" y="2131810"/>
            <a:ext cx="1068669" cy="42395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k==(o+1)*3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B367544-D91B-6F39-5450-C645F2C8E0B8}"/>
              </a:ext>
            </a:extLst>
          </p:cNvPr>
          <p:cNvSpPr/>
          <p:nvPr/>
        </p:nvSpPr>
        <p:spPr>
          <a:xfrm>
            <a:off x="7116016" y="1208405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Insert sky in range height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6F12683-195D-E38F-923F-1B135223DECD}"/>
              </a:ext>
            </a:extLst>
          </p:cNvPr>
          <p:cNvSpPr/>
          <p:nvPr/>
        </p:nvSpPr>
        <p:spPr>
          <a:xfrm>
            <a:off x="7128208" y="2918749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Insert lime in range height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95D1162-0CC9-566C-44E8-7F45B475F717}"/>
              </a:ext>
            </a:extLst>
          </p:cNvPr>
          <p:cNvCxnSpPr>
            <a:cxnSpLocks/>
            <a:stCxn id="94" idx="0"/>
            <a:endCxn id="95" idx="2"/>
          </p:cNvCxnSpPr>
          <p:nvPr/>
        </p:nvCxnSpPr>
        <p:spPr>
          <a:xfrm flipH="1" flipV="1">
            <a:off x="7490089" y="1632354"/>
            <a:ext cx="7635" cy="499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67E8AE0-A67D-E192-F807-8EACD98DBEC1}"/>
              </a:ext>
            </a:extLst>
          </p:cNvPr>
          <p:cNvCxnSpPr>
            <a:cxnSpLocks/>
            <a:stCxn id="94" idx="2"/>
            <a:endCxn id="96" idx="0"/>
          </p:cNvCxnSpPr>
          <p:nvPr/>
        </p:nvCxnSpPr>
        <p:spPr>
          <a:xfrm>
            <a:off x="7497724" y="2555760"/>
            <a:ext cx="4557" cy="362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423F2713-6A4D-3A45-4073-98F450DDF945}"/>
              </a:ext>
            </a:extLst>
          </p:cNvPr>
          <p:cNvSpPr txBox="1"/>
          <p:nvPr/>
        </p:nvSpPr>
        <p:spPr>
          <a:xfrm>
            <a:off x="7089647" y="1746102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133B9E1-2C60-3884-D5E2-92E3668D591B}"/>
              </a:ext>
            </a:extLst>
          </p:cNvPr>
          <p:cNvSpPr txBox="1"/>
          <p:nvPr/>
        </p:nvSpPr>
        <p:spPr>
          <a:xfrm>
            <a:off x="7121098" y="254122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B9BB011-8B24-18C4-D605-54275DE52E27}"/>
              </a:ext>
            </a:extLst>
          </p:cNvPr>
          <p:cNvSpPr/>
          <p:nvPr/>
        </p:nvSpPr>
        <p:spPr>
          <a:xfrm>
            <a:off x="8391087" y="1195243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Increment o by 1</a:t>
            </a:r>
          </a:p>
        </p:txBody>
      </p:sp>
      <p:sp>
        <p:nvSpPr>
          <p:cNvPr id="102" name="Diamond 101">
            <a:extLst>
              <a:ext uri="{FF2B5EF4-FFF2-40B4-BE49-F238E27FC236}">
                <a16:creationId xmlns:a16="http://schemas.microsoft.com/office/drawing/2014/main" id="{BF3C6932-056C-9D7B-021E-4C8B844817B0}"/>
              </a:ext>
            </a:extLst>
          </p:cNvPr>
          <p:cNvSpPr/>
          <p:nvPr/>
        </p:nvSpPr>
        <p:spPr>
          <a:xfrm>
            <a:off x="9483486" y="1195243"/>
            <a:ext cx="667657" cy="42395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/>
              <a:t>o&lt;5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1CF3790-9B6A-61D8-3A26-CC2CEEB81D17}"/>
              </a:ext>
            </a:extLst>
          </p:cNvPr>
          <p:cNvSpPr/>
          <p:nvPr/>
        </p:nvSpPr>
        <p:spPr>
          <a:xfrm>
            <a:off x="8391087" y="2918750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Increment o by 1</a:t>
            </a:r>
          </a:p>
        </p:txBody>
      </p:sp>
      <p:sp>
        <p:nvSpPr>
          <p:cNvPr id="104" name="Diamond 103">
            <a:extLst>
              <a:ext uri="{FF2B5EF4-FFF2-40B4-BE49-F238E27FC236}">
                <a16:creationId xmlns:a16="http://schemas.microsoft.com/office/drawing/2014/main" id="{079DA126-FC2E-95AA-014A-083F39DD8747}"/>
              </a:ext>
            </a:extLst>
          </p:cNvPr>
          <p:cNvSpPr/>
          <p:nvPr/>
        </p:nvSpPr>
        <p:spPr>
          <a:xfrm>
            <a:off x="9483486" y="2918749"/>
            <a:ext cx="667657" cy="42395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/>
              <a:t>o&lt;5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15BF7EC-0605-825A-BD2A-CF6E4FDC259B}"/>
              </a:ext>
            </a:extLst>
          </p:cNvPr>
          <p:cNvCxnSpPr>
            <a:cxnSpLocks/>
            <a:stCxn id="95" idx="3"/>
            <a:endCxn id="101" idx="1"/>
          </p:cNvCxnSpPr>
          <p:nvPr/>
        </p:nvCxnSpPr>
        <p:spPr>
          <a:xfrm flipV="1">
            <a:off x="7864162" y="1407218"/>
            <a:ext cx="526925" cy="13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D996309-B949-BAFA-AEC0-81E428753A7E}"/>
              </a:ext>
            </a:extLst>
          </p:cNvPr>
          <p:cNvCxnSpPr>
            <a:cxnSpLocks/>
            <a:stCxn id="96" idx="3"/>
            <a:endCxn id="103" idx="1"/>
          </p:cNvCxnSpPr>
          <p:nvPr/>
        </p:nvCxnSpPr>
        <p:spPr>
          <a:xfrm>
            <a:off x="7876354" y="3130724"/>
            <a:ext cx="51473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338E289-DF65-39DF-036B-AF5B2A890621}"/>
              </a:ext>
            </a:extLst>
          </p:cNvPr>
          <p:cNvCxnSpPr>
            <a:cxnSpLocks/>
            <a:stCxn id="101" idx="3"/>
            <a:endCxn id="102" idx="1"/>
          </p:cNvCxnSpPr>
          <p:nvPr/>
        </p:nvCxnSpPr>
        <p:spPr>
          <a:xfrm>
            <a:off x="9139233" y="1407218"/>
            <a:ext cx="344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BAEF957-FC8B-46A7-97B5-7C2FD8B525E4}"/>
              </a:ext>
            </a:extLst>
          </p:cNvPr>
          <p:cNvCxnSpPr>
            <a:cxnSpLocks/>
            <a:stCxn id="103" idx="3"/>
            <a:endCxn id="104" idx="1"/>
          </p:cNvCxnSpPr>
          <p:nvPr/>
        </p:nvCxnSpPr>
        <p:spPr>
          <a:xfrm flipV="1">
            <a:off x="9139233" y="3130724"/>
            <a:ext cx="34425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1D0AAC63-40BA-B6D7-9846-FAAA17D31601}"/>
              </a:ext>
            </a:extLst>
          </p:cNvPr>
          <p:cNvCxnSpPr>
            <a:cxnSpLocks/>
            <a:stCxn id="102" idx="2"/>
            <a:endCxn id="124" idx="3"/>
          </p:cNvCxnSpPr>
          <p:nvPr/>
        </p:nvCxnSpPr>
        <p:spPr>
          <a:xfrm rot="5400000">
            <a:off x="9115978" y="1642448"/>
            <a:ext cx="724592" cy="6780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56FF41D0-B33C-F315-83C4-DDACFBBD6304}"/>
              </a:ext>
            </a:extLst>
          </p:cNvPr>
          <p:cNvCxnSpPr>
            <a:cxnSpLocks/>
            <a:stCxn id="104" idx="0"/>
            <a:endCxn id="124" idx="3"/>
          </p:cNvCxnSpPr>
          <p:nvPr/>
        </p:nvCxnSpPr>
        <p:spPr>
          <a:xfrm rot="16200000" flipV="1">
            <a:off x="9190792" y="2292226"/>
            <a:ext cx="574964" cy="6780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74CD7864-C717-F381-471A-F77B27FC9747}"/>
              </a:ext>
            </a:extLst>
          </p:cNvPr>
          <p:cNvSpPr txBox="1"/>
          <p:nvPr/>
        </p:nvSpPr>
        <p:spPr>
          <a:xfrm>
            <a:off x="9315402" y="1725868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B424B9F-2B4B-2A28-0A26-CD6D9788D5A4}"/>
              </a:ext>
            </a:extLst>
          </p:cNvPr>
          <p:cNvSpPr txBox="1"/>
          <p:nvPr/>
        </p:nvSpPr>
        <p:spPr>
          <a:xfrm>
            <a:off x="9341747" y="2475000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921CFA7-C084-0573-786D-2C0E95B29420}"/>
              </a:ext>
            </a:extLst>
          </p:cNvPr>
          <p:cNvSpPr/>
          <p:nvPr/>
        </p:nvSpPr>
        <p:spPr>
          <a:xfrm>
            <a:off x="4713844" y="1057687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nextThread</a:t>
            </a:r>
            <a:endParaRPr lang="en-US" sz="800" dirty="0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5A4B09FF-D98E-3CE6-E256-AC297204CCC5}"/>
              </a:ext>
            </a:extLst>
          </p:cNvPr>
          <p:cNvCxnSpPr>
            <a:cxnSpLocks/>
            <a:stCxn id="115" idx="1"/>
            <a:endCxn id="7" idx="3"/>
          </p:cNvCxnSpPr>
          <p:nvPr/>
        </p:nvCxnSpPr>
        <p:spPr>
          <a:xfrm flipH="1">
            <a:off x="4352307" y="1269662"/>
            <a:ext cx="361537" cy="6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B5B98E1-A77A-5DD8-ECAE-418F17CB8C35}"/>
              </a:ext>
            </a:extLst>
          </p:cNvPr>
          <p:cNvSpPr/>
          <p:nvPr/>
        </p:nvSpPr>
        <p:spPr>
          <a:xfrm>
            <a:off x="8391087" y="2131810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nextThread</a:t>
            </a:r>
            <a:endParaRPr lang="en-US" sz="800" dirty="0"/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6078C8AE-9D21-9404-635A-C7D32C9A86BA}"/>
              </a:ext>
            </a:extLst>
          </p:cNvPr>
          <p:cNvCxnSpPr>
            <a:cxnSpLocks/>
            <a:stCxn id="124" idx="1"/>
            <a:endCxn id="94" idx="3"/>
          </p:cNvCxnSpPr>
          <p:nvPr/>
        </p:nvCxnSpPr>
        <p:spPr>
          <a:xfrm flipH="1">
            <a:off x="8032058" y="2343785"/>
            <a:ext cx="3590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85DB776-4B43-3F49-FAED-1D90D6C81EA1}"/>
              </a:ext>
            </a:extLst>
          </p:cNvPr>
          <p:cNvSpPr/>
          <p:nvPr/>
        </p:nvSpPr>
        <p:spPr>
          <a:xfrm>
            <a:off x="9432554" y="3983120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l=0</a:t>
            </a:r>
          </a:p>
        </p:txBody>
      </p:sp>
      <p:sp>
        <p:nvSpPr>
          <p:cNvPr id="135" name="Diamond 134">
            <a:extLst>
              <a:ext uri="{FF2B5EF4-FFF2-40B4-BE49-F238E27FC236}">
                <a16:creationId xmlns:a16="http://schemas.microsoft.com/office/drawing/2014/main" id="{201E8241-71B0-ACE4-93CF-C989036AC5A9}"/>
              </a:ext>
            </a:extLst>
          </p:cNvPr>
          <p:cNvSpPr/>
          <p:nvPr/>
        </p:nvSpPr>
        <p:spPr>
          <a:xfrm>
            <a:off x="9311359" y="4886941"/>
            <a:ext cx="1012775" cy="42395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/>
              <a:t>l==5 or l==height-1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A888A0C-8CFB-DA67-7A26-685F88583987}"/>
              </a:ext>
            </a:extLst>
          </p:cNvPr>
          <p:cNvSpPr/>
          <p:nvPr/>
        </p:nvSpPr>
        <p:spPr>
          <a:xfrm>
            <a:off x="8141432" y="4875850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Insert lemon in range height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BE3C33DC-D0CD-BC38-B707-C726A265B38E}"/>
              </a:ext>
            </a:extLst>
          </p:cNvPr>
          <p:cNvSpPr/>
          <p:nvPr/>
        </p:nvSpPr>
        <p:spPr>
          <a:xfrm>
            <a:off x="10745915" y="4886941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Insert leather in range height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4C1DD0C-CCD7-C20D-0861-9E264A0B4080}"/>
              </a:ext>
            </a:extLst>
          </p:cNvPr>
          <p:cNvCxnSpPr>
            <a:cxnSpLocks/>
            <a:stCxn id="135" idx="1"/>
            <a:endCxn id="136" idx="3"/>
          </p:cNvCxnSpPr>
          <p:nvPr/>
        </p:nvCxnSpPr>
        <p:spPr>
          <a:xfrm flipH="1" flipV="1">
            <a:off x="8889578" y="5087825"/>
            <a:ext cx="421781" cy="11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5477217-981C-420D-E674-8ECD83B6349A}"/>
              </a:ext>
            </a:extLst>
          </p:cNvPr>
          <p:cNvCxnSpPr>
            <a:cxnSpLocks/>
            <a:stCxn id="135" idx="3"/>
            <a:endCxn id="137" idx="1"/>
          </p:cNvCxnSpPr>
          <p:nvPr/>
        </p:nvCxnSpPr>
        <p:spPr>
          <a:xfrm>
            <a:off x="10324134" y="5098916"/>
            <a:ext cx="4217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496B093E-2B44-652C-01FB-4698E07E23C8}"/>
              </a:ext>
            </a:extLst>
          </p:cNvPr>
          <p:cNvSpPr txBox="1"/>
          <p:nvPr/>
        </p:nvSpPr>
        <p:spPr>
          <a:xfrm>
            <a:off x="8904740" y="4729583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2BAE598-0857-BC66-2683-5ADFB890B34E}"/>
              </a:ext>
            </a:extLst>
          </p:cNvPr>
          <p:cNvSpPr txBox="1"/>
          <p:nvPr/>
        </p:nvSpPr>
        <p:spPr>
          <a:xfrm>
            <a:off x="10299490" y="469652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D7A420B8-B1EE-9B36-B786-F320A9BEB84A}"/>
              </a:ext>
            </a:extLst>
          </p:cNvPr>
          <p:cNvCxnSpPr>
            <a:cxnSpLocks/>
            <a:stCxn id="104" idx="2"/>
            <a:endCxn id="134" idx="0"/>
          </p:cNvCxnSpPr>
          <p:nvPr/>
        </p:nvCxnSpPr>
        <p:spPr>
          <a:xfrm flipH="1">
            <a:off x="9806627" y="3342699"/>
            <a:ext cx="10688" cy="640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D9AB5F37-678E-6079-E131-3246D366E0FE}"/>
              </a:ext>
            </a:extLst>
          </p:cNvPr>
          <p:cNvCxnSpPr>
            <a:cxnSpLocks/>
            <a:stCxn id="134" idx="2"/>
            <a:endCxn id="135" idx="0"/>
          </p:cNvCxnSpPr>
          <p:nvPr/>
        </p:nvCxnSpPr>
        <p:spPr>
          <a:xfrm>
            <a:off x="9806627" y="4407069"/>
            <a:ext cx="11120" cy="479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1AFE450F-D804-E0E3-8B9D-27EDCA6020BA}"/>
              </a:ext>
            </a:extLst>
          </p:cNvPr>
          <p:cNvSpPr txBox="1"/>
          <p:nvPr/>
        </p:nvSpPr>
        <p:spPr>
          <a:xfrm>
            <a:off x="9373198" y="337000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1D80C60B-D620-A4BC-4E47-3CBC725040A5}"/>
              </a:ext>
            </a:extLst>
          </p:cNvPr>
          <p:cNvSpPr/>
          <p:nvPr/>
        </p:nvSpPr>
        <p:spPr>
          <a:xfrm>
            <a:off x="7078543" y="4870566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Increment o by 1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CD1D85BA-5778-C650-5974-A8A1076510BA}"/>
              </a:ext>
            </a:extLst>
          </p:cNvPr>
          <p:cNvSpPr/>
          <p:nvPr/>
        </p:nvSpPr>
        <p:spPr>
          <a:xfrm>
            <a:off x="10745915" y="5713555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Increment o by 1</a:t>
            </a:r>
          </a:p>
        </p:txBody>
      </p:sp>
      <p:sp>
        <p:nvSpPr>
          <p:cNvPr id="165" name="Diamond 164">
            <a:extLst>
              <a:ext uri="{FF2B5EF4-FFF2-40B4-BE49-F238E27FC236}">
                <a16:creationId xmlns:a16="http://schemas.microsoft.com/office/drawing/2014/main" id="{3C856790-0D0E-78F3-30C6-CA1C6E920B2C}"/>
              </a:ext>
            </a:extLst>
          </p:cNvPr>
          <p:cNvSpPr/>
          <p:nvPr/>
        </p:nvSpPr>
        <p:spPr>
          <a:xfrm>
            <a:off x="5793047" y="5713555"/>
            <a:ext cx="667657" cy="42395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/>
              <a:t>o&lt;11</a:t>
            </a:r>
          </a:p>
        </p:txBody>
      </p:sp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id="{57EF7507-6F33-C728-9CFD-4BA70F957007}"/>
              </a:ext>
            </a:extLst>
          </p:cNvPr>
          <p:cNvCxnSpPr>
            <a:cxnSpLocks/>
            <a:stCxn id="163" idx="1"/>
            <a:endCxn id="165" idx="0"/>
          </p:cNvCxnSpPr>
          <p:nvPr/>
        </p:nvCxnSpPr>
        <p:spPr>
          <a:xfrm rot="10800000" flipV="1">
            <a:off x="6126877" y="5082541"/>
            <a:ext cx="951667" cy="6310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: Elbow 168">
            <a:extLst>
              <a:ext uri="{FF2B5EF4-FFF2-40B4-BE49-F238E27FC236}">
                <a16:creationId xmlns:a16="http://schemas.microsoft.com/office/drawing/2014/main" id="{D2CA07FC-63A7-4482-D583-17012EBE5097}"/>
              </a:ext>
            </a:extLst>
          </p:cNvPr>
          <p:cNvCxnSpPr>
            <a:cxnSpLocks/>
            <a:stCxn id="164" idx="2"/>
            <a:endCxn id="165" idx="2"/>
          </p:cNvCxnSpPr>
          <p:nvPr/>
        </p:nvCxnSpPr>
        <p:spPr>
          <a:xfrm rot="5400000">
            <a:off x="8623432" y="3640948"/>
            <a:ext cx="1" cy="4993112"/>
          </a:xfrm>
          <a:prstGeom prst="bent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: Elbow 171">
            <a:extLst>
              <a:ext uri="{FF2B5EF4-FFF2-40B4-BE49-F238E27FC236}">
                <a16:creationId xmlns:a16="http://schemas.microsoft.com/office/drawing/2014/main" id="{E6BE86FB-822B-7A80-0400-A43C71EEFD1B}"/>
              </a:ext>
            </a:extLst>
          </p:cNvPr>
          <p:cNvCxnSpPr>
            <a:cxnSpLocks/>
            <a:stCxn id="165" idx="3"/>
            <a:endCxn id="135" idx="2"/>
          </p:cNvCxnSpPr>
          <p:nvPr/>
        </p:nvCxnSpPr>
        <p:spPr>
          <a:xfrm flipV="1">
            <a:off x="6460704" y="5310891"/>
            <a:ext cx="3357043" cy="6146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004D5165-57A5-46E7-3893-B2F1BE416937}"/>
              </a:ext>
            </a:extLst>
          </p:cNvPr>
          <p:cNvSpPr txBox="1"/>
          <p:nvPr/>
        </p:nvSpPr>
        <p:spPr>
          <a:xfrm>
            <a:off x="6433562" y="5555464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709C6BB7-4203-17CA-A0E9-8C4AE368A19B}"/>
              </a:ext>
            </a:extLst>
          </p:cNvPr>
          <p:cNvCxnSpPr>
            <a:cxnSpLocks/>
            <a:stCxn id="137" idx="2"/>
            <a:endCxn id="164" idx="0"/>
          </p:cNvCxnSpPr>
          <p:nvPr/>
        </p:nvCxnSpPr>
        <p:spPr>
          <a:xfrm>
            <a:off x="11119988" y="5310890"/>
            <a:ext cx="0" cy="402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5C4F28C-43BB-C184-B677-D59D5B0F18FD}"/>
              </a:ext>
            </a:extLst>
          </p:cNvPr>
          <p:cNvSpPr/>
          <p:nvPr/>
        </p:nvSpPr>
        <p:spPr>
          <a:xfrm>
            <a:off x="4932989" y="4088151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k in range of height</a:t>
            </a:r>
          </a:p>
        </p:txBody>
      </p: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966CAAA7-6CCD-9726-7141-3349BF0A65F8}"/>
              </a:ext>
            </a:extLst>
          </p:cNvPr>
          <p:cNvCxnSpPr>
            <a:cxnSpLocks/>
            <a:stCxn id="93" idx="3"/>
            <a:endCxn id="179" idx="2"/>
          </p:cNvCxnSpPr>
          <p:nvPr/>
        </p:nvCxnSpPr>
        <p:spPr>
          <a:xfrm flipV="1">
            <a:off x="3325620" y="4512100"/>
            <a:ext cx="1981442" cy="9943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8A85908B-D8F9-5EAE-CB93-63572863D066}"/>
              </a:ext>
            </a:extLst>
          </p:cNvPr>
          <p:cNvCxnSpPr>
            <a:cxnSpLocks/>
            <a:stCxn id="179" idx="0"/>
            <a:endCxn id="94" idx="1"/>
          </p:cNvCxnSpPr>
          <p:nvPr/>
        </p:nvCxnSpPr>
        <p:spPr>
          <a:xfrm rot="5400000" flipH="1" flipV="1">
            <a:off x="5263042" y="2387805"/>
            <a:ext cx="1744366" cy="16563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4D26D846-EEEA-E06D-6F54-4EE19DBF58DB}"/>
              </a:ext>
            </a:extLst>
          </p:cNvPr>
          <p:cNvCxnSpPr>
            <a:cxnSpLocks/>
            <a:stCxn id="136" idx="1"/>
            <a:endCxn id="163" idx="3"/>
          </p:cNvCxnSpPr>
          <p:nvPr/>
        </p:nvCxnSpPr>
        <p:spPr>
          <a:xfrm flipH="1" flipV="1">
            <a:off x="7826689" y="5082541"/>
            <a:ext cx="314743" cy="5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FCF69A46-CA19-BA1E-F340-758E8A9E7666}"/>
              </a:ext>
            </a:extLst>
          </p:cNvPr>
          <p:cNvSpPr/>
          <p:nvPr/>
        </p:nvSpPr>
        <p:spPr>
          <a:xfrm>
            <a:off x="4316341" y="5934216"/>
            <a:ext cx="748146" cy="423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Increment </a:t>
            </a:r>
            <a:r>
              <a:rPr lang="en-US" sz="700" dirty="0" err="1"/>
              <a:t>patternCounter</a:t>
            </a:r>
            <a:endParaRPr lang="en-US" sz="700" dirty="0"/>
          </a:p>
        </p:txBody>
      </p:sp>
      <p:sp>
        <p:nvSpPr>
          <p:cNvPr id="196" name="Diamond 195">
            <a:extLst>
              <a:ext uri="{FF2B5EF4-FFF2-40B4-BE49-F238E27FC236}">
                <a16:creationId xmlns:a16="http://schemas.microsoft.com/office/drawing/2014/main" id="{550D6AA2-DDA6-65EB-EE17-C9CA79E7542E}"/>
              </a:ext>
            </a:extLst>
          </p:cNvPr>
          <p:cNvSpPr/>
          <p:nvPr/>
        </p:nvSpPr>
        <p:spPr>
          <a:xfrm>
            <a:off x="1256146" y="5939057"/>
            <a:ext cx="1988986" cy="42395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patternCounter</a:t>
            </a:r>
            <a:r>
              <a:rPr lang="en-US" sz="800" dirty="0"/>
              <a:t>&lt;12</a:t>
            </a: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A55435F8-B13B-8A93-D5A4-F2C5DE07E4D7}"/>
              </a:ext>
            </a:extLst>
          </p:cNvPr>
          <p:cNvCxnSpPr>
            <a:cxnSpLocks/>
            <a:stCxn id="189" idx="1"/>
            <a:endCxn id="196" idx="3"/>
          </p:cNvCxnSpPr>
          <p:nvPr/>
        </p:nvCxnSpPr>
        <p:spPr>
          <a:xfrm flipH="1">
            <a:off x="3245132" y="6146191"/>
            <a:ext cx="1071209" cy="4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: Elbow 200">
            <a:extLst>
              <a:ext uri="{FF2B5EF4-FFF2-40B4-BE49-F238E27FC236}">
                <a16:creationId xmlns:a16="http://schemas.microsoft.com/office/drawing/2014/main" id="{8B516813-54DF-489C-7574-C371841AC259}"/>
              </a:ext>
            </a:extLst>
          </p:cNvPr>
          <p:cNvCxnSpPr>
            <a:cxnSpLocks/>
            <a:stCxn id="165" idx="1"/>
            <a:endCxn id="189" idx="3"/>
          </p:cNvCxnSpPr>
          <p:nvPr/>
        </p:nvCxnSpPr>
        <p:spPr>
          <a:xfrm rot="10800000" flipV="1">
            <a:off x="5064487" y="5925529"/>
            <a:ext cx="728560" cy="2206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6C6D9EE4-BCA0-DD46-6F7B-98A607D1D2F0}"/>
              </a:ext>
            </a:extLst>
          </p:cNvPr>
          <p:cNvSpPr txBox="1"/>
          <p:nvPr/>
        </p:nvSpPr>
        <p:spPr>
          <a:xfrm>
            <a:off x="5466974" y="558885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207" name="Connector: Elbow 206">
            <a:extLst>
              <a:ext uri="{FF2B5EF4-FFF2-40B4-BE49-F238E27FC236}">
                <a16:creationId xmlns:a16="http://schemas.microsoft.com/office/drawing/2014/main" id="{43F60017-7110-AF13-F94B-444092B7E823}"/>
              </a:ext>
            </a:extLst>
          </p:cNvPr>
          <p:cNvCxnSpPr>
            <a:cxnSpLocks/>
            <a:stCxn id="196" idx="0"/>
            <a:endCxn id="6" idx="1"/>
          </p:cNvCxnSpPr>
          <p:nvPr/>
        </p:nvCxnSpPr>
        <p:spPr>
          <a:xfrm rot="5400000" flipH="1" flipV="1">
            <a:off x="82530" y="3444114"/>
            <a:ext cx="4663053" cy="3268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: Elbow 209">
            <a:extLst>
              <a:ext uri="{FF2B5EF4-FFF2-40B4-BE49-F238E27FC236}">
                <a16:creationId xmlns:a16="http://schemas.microsoft.com/office/drawing/2014/main" id="{0448FADA-38F3-0071-5705-477FE5AF4761}"/>
              </a:ext>
            </a:extLst>
          </p:cNvPr>
          <p:cNvCxnSpPr>
            <a:cxnSpLocks/>
            <a:stCxn id="196" idx="0"/>
            <a:endCxn id="93" idx="1"/>
          </p:cNvCxnSpPr>
          <p:nvPr/>
        </p:nvCxnSpPr>
        <p:spPr>
          <a:xfrm rot="5400000" flipH="1" flipV="1">
            <a:off x="2197773" y="5559357"/>
            <a:ext cx="432567" cy="3268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C54C12A9-9B7B-E18E-5BF5-86987D3B4FEC}"/>
              </a:ext>
            </a:extLst>
          </p:cNvPr>
          <p:cNvSpPr txBox="1"/>
          <p:nvPr/>
        </p:nvSpPr>
        <p:spPr>
          <a:xfrm>
            <a:off x="1795071" y="5517880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00622F84-8F4F-2984-910E-5FB1DFDCD87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3325620" y="1276003"/>
            <a:ext cx="35903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83749138-F038-1358-BD59-11C0AC9246BF}"/>
              </a:ext>
            </a:extLst>
          </p:cNvPr>
          <p:cNvCxnSpPr>
            <a:cxnSpLocks/>
            <a:stCxn id="4" idx="6"/>
            <a:endCxn id="5" idx="1"/>
          </p:cNvCxnSpPr>
          <p:nvPr/>
        </p:nvCxnSpPr>
        <p:spPr>
          <a:xfrm>
            <a:off x="1130531" y="3503815"/>
            <a:ext cx="266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: Elbow 219">
            <a:extLst>
              <a:ext uri="{FF2B5EF4-FFF2-40B4-BE49-F238E27FC236}">
                <a16:creationId xmlns:a16="http://schemas.microsoft.com/office/drawing/2014/main" id="{D9BA964B-ADF3-102D-DBCE-AEFAEC7E1E9C}"/>
              </a:ext>
            </a:extLst>
          </p:cNvPr>
          <p:cNvCxnSpPr>
            <a:cxnSpLocks/>
            <a:stCxn id="5" idx="0"/>
            <a:endCxn id="6" idx="1"/>
          </p:cNvCxnSpPr>
          <p:nvPr/>
        </p:nvCxnSpPr>
        <p:spPr>
          <a:xfrm rot="5400000" flipH="1" flipV="1">
            <a:off x="1166124" y="1880491"/>
            <a:ext cx="2015836" cy="8068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081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127</Words>
  <Application>Microsoft Office PowerPoint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Maan Jadeja</dc:creator>
  <cp:lastModifiedBy>Maan Jadeja</cp:lastModifiedBy>
  <cp:revision>2</cp:revision>
  <dcterms:created xsi:type="dcterms:W3CDTF">2023-10-12T23:30:12Z</dcterms:created>
  <dcterms:modified xsi:type="dcterms:W3CDTF">2023-10-13T02:10:41Z</dcterms:modified>
</cp:coreProperties>
</file>